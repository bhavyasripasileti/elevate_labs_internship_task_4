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0105"/>
            <a:ext cx="7772400" cy="1470025"/>
          </a:xfrm>
        </p:spPr>
        <p:txBody>
          <a:bodyPr/>
          <a:lstStyle/>
          <a:p>
            <a:r>
              <a:rPr dirty="0"/>
              <a:t>Task 4: Dashboard Design (Tableau)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795271"/>
            <a:ext cx="6898640" cy="1752600"/>
          </a:xfrm>
        </p:spPr>
        <p:txBody>
          <a:bodyPr>
            <a:noAutofit/>
          </a:bodyPr>
          <a:lstStyle/>
          <a:p>
            <a:pPr algn="l"/>
            <a:r>
              <a:rPr sz="2800" b="1" dirty="0"/>
              <a:t>Objective:</a:t>
            </a:r>
            <a:r>
              <a:rPr sz="2800" dirty="0"/>
              <a:t> Design an interactive dashboard for business stakeholders using Tableau.</a:t>
            </a:r>
          </a:p>
          <a:p>
            <a:pPr algn="l"/>
            <a:r>
              <a:rPr sz="2800" b="1" dirty="0"/>
              <a:t>Deliverables:</a:t>
            </a:r>
            <a:r>
              <a:rPr sz="2800" dirty="0"/>
              <a:t> Interactive Dashboard + PPT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Recommended Kaggle Datasets:</a:t>
            </a:r>
          </a:p>
          <a:p>
            <a:r>
              <a:rPr dirty="0"/>
              <a:t>Superstore Sales Dataset</a:t>
            </a:r>
            <a:r>
              <a:rPr lang="en-IN" dirty="0"/>
              <a:t>:(used)</a:t>
            </a:r>
            <a:r>
              <a:rPr dirty="0"/>
              <a:t> https://www.kaggle.com/datasets/vivek468/superstore-dataset-final</a:t>
            </a:r>
          </a:p>
          <a:p>
            <a:r>
              <a:rPr dirty="0"/>
              <a:t>Global Superstore 2016: https://www.kaggle.com/datasets/rohitsahoo/sales-forecasting</a:t>
            </a:r>
          </a:p>
          <a:p>
            <a:r>
              <a:rPr dirty="0"/>
              <a:t>Financial Sample Dataset (from Microsoft): Built into Tableau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Sales</a:t>
            </a:r>
          </a:p>
          <a:p>
            <a:r>
              <a:rPr dirty="0"/>
              <a:t>Total Profit</a:t>
            </a:r>
          </a:p>
          <a:p>
            <a:r>
              <a:rPr dirty="0"/>
              <a:t>Profit Margin (%)</a:t>
            </a:r>
          </a:p>
          <a:p>
            <a:r>
              <a:rPr dirty="0"/>
              <a:t>YoY or MoM Growth</a:t>
            </a:r>
          </a:p>
          <a:p>
            <a:r>
              <a:rPr dirty="0"/>
              <a:t>Best/Worst Performing Product or 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Filters/Slicers: Region, Category, Date Range</a:t>
            </a:r>
          </a:p>
          <a:p>
            <a:r>
              <a:rPr dirty="0"/>
              <a:t>Include Time-Series Charts (Line Chart or Area Chart)</a:t>
            </a:r>
          </a:p>
          <a:p>
            <a:r>
              <a:rPr dirty="0"/>
              <a:t>Add Summary Cards (Sales, Profit, Growth)</a:t>
            </a:r>
          </a:p>
          <a:p>
            <a:r>
              <a:rPr dirty="0"/>
              <a:t>Apply consistent color theme</a:t>
            </a:r>
          </a:p>
          <a:p>
            <a:r>
              <a:rPr dirty="0"/>
              <a:t>Create Navigation Menu (Using Buttons/Containers)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Recommended Charts:</a:t>
            </a:r>
          </a:p>
          <a:p>
            <a:r>
              <a:rPr dirty="0"/>
              <a:t>Sales &amp; Profit Over Time (Line Chart)</a:t>
            </a:r>
          </a:p>
          <a:p>
            <a:r>
              <a:rPr dirty="0"/>
              <a:t>Sales by Region (Map or Bar Chart)</a:t>
            </a:r>
          </a:p>
          <a:p>
            <a:r>
              <a:rPr dirty="0"/>
              <a:t>Profit by Category (Bar Chart)</a:t>
            </a:r>
          </a:p>
          <a:p>
            <a:r>
              <a:rPr dirty="0"/>
              <a:t>Top 5 Products (Horizontal Bar Chart)</a:t>
            </a:r>
          </a:p>
          <a:p>
            <a:r>
              <a:rPr dirty="0"/>
              <a:t>KPI Summary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Create in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Import Dataset</a:t>
            </a:r>
          </a:p>
          <a:p>
            <a:pPr marL="0" indent="0">
              <a:buNone/>
            </a:pPr>
            <a:r>
              <a:rPr dirty="0"/>
              <a:t>2. Create calculated fields (Profit %, Growth etc.)</a:t>
            </a:r>
          </a:p>
          <a:p>
            <a:pPr marL="0" indent="0">
              <a:buNone/>
            </a:pPr>
            <a:r>
              <a:rPr dirty="0"/>
              <a:t>3. Create individual sheets (charts + KPIs)</a:t>
            </a:r>
          </a:p>
          <a:p>
            <a:pPr marL="0" indent="0">
              <a:buNone/>
            </a:pPr>
            <a:r>
              <a:rPr dirty="0"/>
              <a:t>4. Build Dashboard layout (drag sheets)</a:t>
            </a:r>
          </a:p>
          <a:p>
            <a:pPr marL="0" indent="0">
              <a:buNone/>
            </a:pPr>
            <a:r>
              <a:rPr dirty="0"/>
              <a:t>5. Add filters &amp; navigation buttons</a:t>
            </a:r>
          </a:p>
          <a:p>
            <a:pPr marL="0" indent="0">
              <a:buNone/>
            </a:pPr>
            <a:r>
              <a:rPr dirty="0"/>
              <a:t>6. Format visuals + apply theme</a:t>
            </a:r>
          </a:p>
          <a:p>
            <a:pPr marL="0" indent="0">
              <a:buNone/>
            </a:pPr>
            <a:r>
              <a:rPr dirty="0"/>
              <a:t>7. Final review &amp; export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📌 A professional, interactive dashboard that helps business stakeholders make informed decisions.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🎯 You will learn:</a:t>
            </a:r>
          </a:p>
          <a:p>
            <a:r>
              <a:rPr dirty="0"/>
              <a:t>KPI selection &amp; visualization</a:t>
            </a:r>
          </a:p>
          <a:p>
            <a:r>
              <a:rPr dirty="0"/>
              <a:t>Dashboard interactivity</a:t>
            </a:r>
          </a:p>
          <a:p>
            <a:r>
              <a:rPr dirty="0"/>
              <a:t>Insight storytelling via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281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Task 4: Dashboard Design (Tableau)</vt:lpstr>
      <vt:lpstr>Dataset Selection</vt:lpstr>
      <vt:lpstr>Key Performance Indicators (KPIs)</vt:lpstr>
      <vt:lpstr>Dashboard Features</vt:lpstr>
      <vt:lpstr>Suggested Visuals</vt:lpstr>
      <vt:lpstr>Steps to Create in Tableau</vt:lpstr>
      <vt:lpstr>Expected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Bhavya sri Pasileti</dc:creator>
  <cp:keywords/>
  <dc:description>generated using python-pptx</dc:description>
  <cp:lastModifiedBy>Bhavya sri Pasileti</cp:lastModifiedBy>
  <cp:revision>2</cp:revision>
  <dcterms:created xsi:type="dcterms:W3CDTF">2013-01-27T09:14:16Z</dcterms:created>
  <dcterms:modified xsi:type="dcterms:W3CDTF">2025-11-19T17:04:56Z</dcterms:modified>
  <cp:category/>
</cp:coreProperties>
</file>